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d89af27a2248f6" /><Relationship Type="http://schemas.openxmlformats.org/officeDocument/2006/relationships/extended-properties" Target="/docProps/app.xml" Id="R10d2fecd3ee24bf3" /><Relationship Type="http://schemas.openxmlformats.org/officeDocument/2006/relationships/officeDocument" Target="/ppt/presentation.xml" Id="Rd236875f2a4b4e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a1a46b69ea49a8"/>
  </p:sldMasterIdLst>
  <p:notesMasterIdLst>
    <p:notesMasterId xmlns:r="http://schemas.openxmlformats.org/officeDocument/2006/relationships" r:id="R966bdd1b859240e3"/>
  </p:notesMasterIdLst>
  <p:sldIdLst>
    <p:sldId xmlns:r="http://schemas.openxmlformats.org/officeDocument/2006/relationships" id="256" r:id="R72e414a80dd64384"/>
    <p:sldId xmlns:r="http://schemas.openxmlformats.org/officeDocument/2006/relationships" id="257" r:id="R4b56456f001f42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1669e47ac1494b" /><Relationship Type="http://schemas.openxmlformats.org/officeDocument/2006/relationships/slideMaster" Target="/ppt/slideMasters/slideMaster1.xml" Id="Rbaa1a46b69ea49a8" /><Relationship Type="http://schemas.openxmlformats.org/officeDocument/2006/relationships/notesMaster" Target="/ppt/notesMasters/notesMaster1.xml" Id="R966bdd1b859240e3" /><Relationship Type="http://schemas.openxmlformats.org/officeDocument/2006/relationships/presProps" Target="/ppt/presProps.xml" Id="R96f65b97131a44db" /><Relationship Type="http://schemas.openxmlformats.org/officeDocument/2006/relationships/tableStyles" Target="/ppt/tableStyles.xml" Id="Ra220a05ff74d409f" /><Relationship Type="http://schemas.openxmlformats.org/officeDocument/2006/relationships/slide" Target="/ppt/slides/slide1.xml" Id="R72e414a80dd64384" /><Relationship Type="http://schemas.openxmlformats.org/officeDocument/2006/relationships/slide" Target="/ppt/slides/slide2.xml" Id="R4b56456f001f42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ae30cd83d5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73bfee1e124ac5" /><Relationship Type="http://schemas.openxmlformats.org/officeDocument/2006/relationships/notesMaster" Target="/ppt/notesMasters/notesMaster1.xml" Id="R95617a918c0b4d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6d7d5c8e04228" /><Relationship Type="http://schemas.openxmlformats.org/officeDocument/2006/relationships/notesMaster" Target="/ppt/notesMasters/notesMaster1.xml" Id="R60d6c239ea0941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e8dddd7e64d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e20798e9540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b651518fd4a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d396916c442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2826d1fea4e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d57886b944e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E42E38-86F7-4537-BBE8-55D11150F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CCFB09-A700-43B9-8F09-D929DEF22C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07E0FF-FD66-46C5-AB08-1ED88C532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3C59E2-3B2D-4C3B-B79F-E9568022C2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4CDF2F-AB67-4C71-A2A6-CC34E3D5C6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B7C26B-5BCC-44B8-AE9A-716B48027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7359BC-C30B-4F0A-879B-CFFE43A94A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7BB8A1-C030-403C-AE2F-8D7B5B8457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320879-6422-4C3A-B23F-83C277A6B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95C0A0-4D99-462A-8DB4-B184EBE277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8b7222546e4d32" /><Relationship Type="http://schemas.openxmlformats.org/officeDocument/2006/relationships/slideLayout" Target="/ppt/slideLayouts/slideLayout1.xml" Id="R5c7115d06be14f36" /><Relationship Type="http://schemas.openxmlformats.org/officeDocument/2006/relationships/slideLayout" Target="/ppt/slideLayouts/slideLayout2.xml" Id="Rca01a83154994f04" /><Relationship Type="http://schemas.openxmlformats.org/officeDocument/2006/relationships/slideLayout" Target="/ppt/slideLayouts/slideLayout3.xml" Id="R0c7a6ca927444099" /><Relationship Type="http://schemas.openxmlformats.org/officeDocument/2006/relationships/slideLayout" Target="/ppt/slideLayouts/slideLayout4.xml" Id="R037b02b0395042ad" /><Relationship Type="http://schemas.openxmlformats.org/officeDocument/2006/relationships/slideLayout" Target="/ppt/slideLayouts/slideLayout5.xml" Id="Raffc4b953c514bc8" /><Relationship Type="http://schemas.openxmlformats.org/officeDocument/2006/relationships/slideLayout" Target="/ppt/slideLayouts/slideLayout6.xml" Id="R7f1366daf64f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115d06be14f36"/>
    <p:sldLayoutId xmlns:r="http://schemas.openxmlformats.org/officeDocument/2006/relationships" id="2147483650" r:id="Rca01a83154994f04"/>
    <p:sldLayoutId xmlns:r="http://schemas.openxmlformats.org/officeDocument/2006/relationships" id="2147483651" r:id="R0c7a6ca927444099"/>
    <p:sldLayoutId xmlns:r="http://schemas.openxmlformats.org/officeDocument/2006/relationships" id="2147483652" r:id="R037b02b0395042ad"/>
    <p:sldLayoutId xmlns:r="http://schemas.openxmlformats.org/officeDocument/2006/relationships" id="2147483653" r:id="Raffc4b953c514bc8"/>
    <p:sldLayoutId xmlns:r="http://schemas.openxmlformats.org/officeDocument/2006/relationships" id="2147483654" r:id="R7f1366daf64f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fdb72bfa742b4" /><Relationship Type="http://schemas.openxmlformats.org/officeDocument/2006/relationships/notesSlide" Target="/ppt/notesSlides/notesSlide1.xml" Id="R2ac98496f6204e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6dfaa8d764efc" /><Relationship Type="http://schemas.openxmlformats.org/officeDocument/2006/relationships/notesSlide" Target="/ppt/notesSlides/notesSlide2.xml" Id="Rbe7b147e21bf4f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F8EFE-F13C-489B-9C0E-CC2A2224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Web Crawler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DE41F-9760-4E20-8191-A299AB47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1. Use a moving 12-hour window over sorted timestamps.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80D34-C439-4417-AFDF-65D66147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2. Count distinct LMS items and distinct videos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BBF93-9190-446D-9A18-24BF69B0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3. Flag more than 200 resources in either source; repeated hits count once.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06568-3D08-4BCD-9C32-53662440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A54C"/>
                </a:solidFill>
                <a:latin typeface="Arial"/>
                <a:ea typeface="Arial"/>
                <a:cs typeface="Arial"/>
              </a:rPr>
              <a:t>Run: python remaining_detectors.py --split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DD2DD-D07B-4C4B-B8C6-7C0EA19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Shared engine runs all seven detectors. HUNT labels are used only for evaluation.</a:t>
            </a:r>
          </a:p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Source: supplied Monster Guide and dataset; assumptions documented with the code.</a:t>
            </a:r>
          </a:p>
        </p:txBody>
      </p:sp>
    </p:spTree>
    <p:extLst>
      <p:ext uri="{BB962C8B-B14F-4D97-AF65-F5344CB8AC3E}">
        <p14:creationId xmlns:p14="http://schemas.microsoft.com/office/powerpoint/2010/main" val="1615529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31CE8-4921-4AF1-A959-429FA90A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Web Crawler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FC127-FBFB-4687-A821-C7AFE122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A54C"/>
                </a:solidFill>
                <a:latin typeface="Arial"/>
                <a:ea typeface="Arial"/>
                <a:cs typeface="Arial"/>
              </a:rPr>
              <a:t>0 candidates / 1,879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D85B0-5CD6-478D-856A-202A1F07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Training: 14 of 47 supplied labels matched.</a:t>
            </a:r>
          </a:p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1 additional candidates; 33 labels missed.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93F7B-5C96-4C33-A763-DB7AA3F8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 precision: 93.3%. Recall: 29.8%.</a:t>
            </a:r>
          </a:p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Official TEST 1 accuracy is unknown. Full candidate IDs are in Excel.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E8476-5663-4C4B-A278-813D02DF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A54C"/>
                </a:solidFill>
                <a:latin typeface="Arial"/>
                <a:ea typeface="Arial"/>
                <a:cs typeface="Arial"/>
              </a:rPr>
              <a:t>LMS and video resources are counted separately, as in the existing notebook. A window may cross midnight; exactly 12 hours qualifies, exactly 200 resources does not.</a:t>
            </a:r>
          </a:p>
        </p:txBody>
      </p:sp>
    </p:spTree>
    <p:extLst>
      <p:ext uri="{BB962C8B-B14F-4D97-AF65-F5344CB8AC3E}">
        <p14:creationId xmlns:p14="http://schemas.microsoft.com/office/powerpoint/2010/main" val="847485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2026-10-28T17:42:12.7460000Z</dcterms:created>
  <dcterms:modified xsi:type="dcterms:W3CDTF">2026-10-28T17:42:12.7460000Z</dcterms:modified>
</coreProperties>
</file>