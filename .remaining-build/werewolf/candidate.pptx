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294088c53f4372" /><Relationship Type="http://schemas.openxmlformats.org/officeDocument/2006/relationships/extended-properties" Target="/docProps/app.xml" Id="R1aa9e394c2c54621" /><Relationship Type="http://schemas.openxmlformats.org/officeDocument/2006/relationships/officeDocument" Target="/ppt/presentation.xml" Id="R622cde9aebf64d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4ae0d178a34ad0"/>
  </p:sldMasterIdLst>
  <p:notesMasterIdLst>
    <p:notesMasterId xmlns:r="http://schemas.openxmlformats.org/officeDocument/2006/relationships" r:id="R9fc72b30ae044a08"/>
  </p:notesMasterIdLst>
  <p:sldIdLst>
    <p:sldId xmlns:r="http://schemas.openxmlformats.org/officeDocument/2006/relationships" id="256" r:id="R6f8b972ff5684a70"/>
    <p:sldId xmlns:r="http://schemas.openxmlformats.org/officeDocument/2006/relationships" id="257" r:id="Recb90e786b0640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e70ced76104345" /><Relationship Type="http://schemas.openxmlformats.org/officeDocument/2006/relationships/slideMaster" Target="/ppt/slideMasters/slideMaster1.xml" Id="R544ae0d178a34ad0" /><Relationship Type="http://schemas.openxmlformats.org/officeDocument/2006/relationships/notesMaster" Target="/ppt/notesMasters/notesMaster1.xml" Id="R9fc72b30ae044a08" /><Relationship Type="http://schemas.openxmlformats.org/officeDocument/2006/relationships/presProps" Target="/ppt/presProps.xml" Id="R42d4c8b848ef46cf" /><Relationship Type="http://schemas.openxmlformats.org/officeDocument/2006/relationships/tableStyles" Target="/ppt/tableStyles.xml" Id="Rdda8d65a1e264bfc" /><Relationship Type="http://schemas.openxmlformats.org/officeDocument/2006/relationships/slide" Target="/ppt/slides/slide1.xml" Id="R6f8b972ff5684a70" /><Relationship Type="http://schemas.openxmlformats.org/officeDocument/2006/relationships/slide" Target="/ppt/slides/slide2.xml" Id="Recb90e786b0640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61b068795d49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92c2f8d4e84657" /><Relationship Type="http://schemas.openxmlformats.org/officeDocument/2006/relationships/notesMaster" Target="/ppt/notesMasters/notesMaster1.xml" Id="R2631ff97f05a43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30a624f4c4487b" /><Relationship Type="http://schemas.openxmlformats.org/officeDocument/2006/relationships/notesMaster" Target="/ppt/notesMasters/notesMaster1.xml" Id="R49c09ef8ead541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8a63e6b1b43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e42b0bd9343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552a50fce42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91afeda6147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d4535b2f04b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a91e77d1c49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B9162E-A592-4CF8-B197-D87367E60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B4D5CA-577D-4B78-A653-B00BE45FC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DF94EA-9E9E-42F2-AAD2-0679A8971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8016B1-537D-45BB-AB7B-524EF9D91E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677CE1-3384-4642-B29D-5FEB32A791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4EDA52-43CB-44FF-B140-A2E4F7F21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402D28-6FE2-4066-BE80-00F3563DA0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64A1D9-266F-4777-BF2C-CB7749D44B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9BAF50-4104-412B-9062-7649AB3EF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E1F71B-3DD1-42CB-BE95-345A65E5E3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1b95e652da47ba" /><Relationship Type="http://schemas.openxmlformats.org/officeDocument/2006/relationships/slideLayout" Target="/ppt/slideLayouts/slideLayout1.xml" Id="Rc4af9e726d524dcd" /><Relationship Type="http://schemas.openxmlformats.org/officeDocument/2006/relationships/slideLayout" Target="/ppt/slideLayouts/slideLayout2.xml" Id="Re60484de26184449" /><Relationship Type="http://schemas.openxmlformats.org/officeDocument/2006/relationships/slideLayout" Target="/ppt/slideLayouts/slideLayout3.xml" Id="R68ca1177213c4822" /><Relationship Type="http://schemas.openxmlformats.org/officeDocument/2006/relationships/slideLayout" Target="/ppt/slideLayouts/slideLayout4.xml" Id="R918828ee37154e36" /><Relationship Type="http://schemas.openxmlformats.org/officeDocument/2006/relationships/slideLayout" Target="/ppt/slideLayouts/slideLayout5.xml" Id="Rca206f20e2844aec" /><Relationship Type="http://schemas.openxmlformats.org/officeDocument/2006/relationships/slideLayout" Target="/ppt/slideLayouts/slideLayout6.xml" Id="Rbf55f460d2344d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af9e726d524dcd"/>
    <p:sldLayoutId xmlns:r="http://schemas.openxmlformats.org/officeDocument/2006/relationships" id="2147483650" r:id="Re60484de26184449"/>
    <p:sldLayoutId xmlns:r="http://schemas.openxmlformats.org/officeDocument/2006/relationships" id="2147483651" r:id="R68ca1177213c4822"/>
    <p:sldLayoutId xmlns:r="http://schemas.openxmlformats.org/officeDocument/2006/relationships" id="2147483652" r:id="R918828ee37154e36"/>
    <p:sldLayoutId xmlns:r="http://schemas.openxmlformats.org/officeDocument/2006/relationships" id="2147483653" r:id="Rca206f20e2844aec"/>
    <p:sldLayoutId xmlns:r="http://schemas.openxmlformats.org/officeDocument/2006/relationships" id="2147483654" r:id="Rbf55f460d2344d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791ab35b0d4880" /><Relationship Type="http://schemas.openxmlformats.org/officeDocument/2006/relationships/notesSlide" Target="/ppt/notesSlides/notesSlide1.xml" Id="R0f65b0944a6e4c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5b29ae04243ce" /><Relationship Type="http://schemas.openxmlformats.org/officeDocument/2006/relationships/notesSlide" Target="/ppt/notesSlides/notesSlide2.xml" Id="R0947e5a20d9640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C574C-77AB-4DF4-BD8A-AD36E718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BUILD — Werewolf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555BE-84B0-4872-B2EF-48BABDE4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1. Count activity rows in each Autumn and Spring calendar week.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9A45E-DDE7-486E-B7B8-9B9F87DC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2. Spike threshold: median + 3 × MAD; use the 95th percentile if MAD is zero.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D22AC-CB2C-436D-8339-B740D463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3. Flag at least two spikes in each term. This is an exploratory heuristic.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AE9DA-A6FB-4ADC-BF3D-F0362B71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A54C"/>
                </a:solidFill>
                <a:latin typeface="Arial"/>
                <a:ea typeface="Arial"/>
                <a:cs typeface="Arial"/>
              </a:rPr>
              <a:t>Run: python remaining_detectors.py --split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A1FFB-6272-4EE7-8E17-037A64F0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Shared engine runs all seven detectors. HUNT labels are used only for evaluation.</a:t>
            </a:r>
          </a:p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Source: supplied Monster Guide and dataset; assumptions documented with the code.</a:t>
            </a:r>
          </a:p>
        </p:txBody>
      </p:sp>
    </p:spTree>
    <p:extLst>
      <p:ext uri="{BB962C8B-B14F-4D97-AF65-F5344CB8AC3E}">
        <p14:creationId xmlns:p14="http://schemas.microsoft.com/office/powerpoint/2010/main" val="469340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B77D4-0A94-4487-8576-A6CAA0C5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TEST 1 — Werewolf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768BC-B68B-4E88-A786-7920400E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A54C"/>
                </a:solidFill>
                <a:latin typeface="Arial"/>
                <a:ea typeface="Arial"/>
                <a:cs typeface="Arial"/>
              </a:rPr>
              <a:t>128 candidates / 1,879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F894B-6E05-460D-8C79-5BBBDB2C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Training: 1 of 8 supplied labels matched.</a:t>
            </a:r>
          </a:p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1125 additional candidates; 7 labels missed.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60DAC-D857-4512-80C5-68E4CEE8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 precision: 0.1%. Recall: 12.5%.</a:t>
            </a:r>
          </a:p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Official TEST 1 accuracy is unknown. Full candidate IDs are in Excel.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87996-407E-4F91-9EB2-60A02F20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A54C"/>
                </a:solidFill>
                <a:latin typeface="Arial"/>
                <a:ea typeface="Arial"/>
                <a:cs typeface="Arial"/>
              </a:rPr>
              <a:t>Exploratory heuristic with poor agreement with HUNT labels. The guide does not define spike magnitude or frequency. Do not present these candidates as validated detections.</a:t>
            </a:r>
          </a:p>
        </p:txBody>
      </p:sp>
    </p:spTree>
    <p:extLst>
      <p:ext uri="{BB962C8B-B14F-4D97-AF65-F5344CB8AC3E}">
        <p14:creationId xmlns:p14="http://schemas.microsoft.com/office/powerpoint/2010/main" val="477895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2026-10-28T17:42:11.4100000Z</dcterms:created>
  <dcterms:modified xsi:type="dcterms:W3CDTF">2026-10-28T17:42:11.4100000Z</dcterms:modified>
</coreProperties>
</file>