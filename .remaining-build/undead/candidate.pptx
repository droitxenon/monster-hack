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3823b399564b65" /><Relationship Type="http://schemas.openxmlformats.org/officeDocument/2006/relationships/extended-properties" Target="/docProps/app.xml" Id="R254cee7654464a25" /><Relationship Type="http://schemas.openxmlformats.org/officeDocument/2006/relationships/officeDocument" Target="/ppt/presentation.xml" Id="R0dd7c37caf7245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806ca034cf4614"/>
  </p:sldMasterIdLst>
  <p:notesMasterIdLst>
    <p:notesMasterId xmlns:r="http://schemas.openxmlformats.org/officeDocument/2006/relationships" r:id="Rdb65202db15f4d75"/>
  </p:notesMasterIdLst>
  <p:sldIdLst>
    <p:sldId xmlns:r="http://schemas.openxmlformats.org/officeDocument/2006/relationships" id="256" r:id="R58a09ec3ad3a41b7"/>
    <p:sldId xmlns:r="http://schemas.openxmlformats.org/officeDocument/2006/relationships" id="257" r:id="R3713ec63b4be49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464c54137e484d" /><Relationship Type="http://schemas.openxmlformats.org/officeDocument/2006/relationships/slideMaster" Target="/ppt/slideMasters/slideMaster1.xml" Id="Rd6806ca034cf4614" /><Relationship Type="http://schemas.openxmlformats.org/officeDocument/2006/relationships/notesMaster" Target="/ppt/notesMasters/notesMaster1.xml" Id="Rdb65202db15f4d75" /><Relationship Type="http://schemas.openxmlformats.org/officeDocument/2006/relationships/presProps" Target="/ppt/presProps.xml" Id="R98bfdb36c9904a60" /><Relationship Type="http://schemas.openxmlformats.org/officeDocument/2006/relationships/tableStyles" Target="/ppt/tableStyles.xml" Id="R22d7fdb9b4ac428d" /><Relationship Type="http://schemas.openxmlformats.org/officeDocument/2006/relationships/slide" Target="/ppt/slides/slide1.xml" Id="R58a09ec3ad3a41b7" /><Relationship Type="http://schemas.openxmlformats.org/officeDocument/2006/relationships/slide" Target="/ppt/slides/slide2.xml" Id="R3713ec63b4be49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c0dbac4f1749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118ab0feff44d9" /><Relationship Type="http://schemas.openxmlformats.org/officeDocument/2006/relationships/notesMaster" Target="/ppt/notesMasters/notesMaster1.xml" Id="R5be61dc0b7f947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b50e43855845a6" /><Relationship Type="http://schemas.openxmlformats.org/officeDocument/2006/relationships/notesMaster" Target="/ppt/notesMasters/notesMaster1.xml" Id="R24e76e02947f47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53ca1da8349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061faff8d49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91dcd82ae47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f620cec814c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bf38da6654e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7697eb57394b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0972A7-72D8-4FFB-AB8A-0140BC7F57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800C4D-DF3B-4814-AC06-E76D8774B2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ED215B-43CC-4145-9279-B4EAC3A15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F5C249-AC14-4916-B5FD-2281EA627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0EF537-BD71-45FB-BC89-1487F9423D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F5F1B7-9D1E-41C7-84D6-E1F3CD9A96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13470B-83B5-4E11-910E-7CCD473530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CCCB98-0DE8-477A-BCCF-7EA527B2D8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BE568A-9E8D-4635-ADED-68620C290C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785C9E-F769-4DAF-8245-22FAD2235E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b6aa5a7b2a4205" /><Relationship Type="http://schemas.openxmlformats.org/officeDocument/2006/relationships/slideLayout" Target="/ppt/slideLayouts/slideLayout1.xml" Id="Rf77bc4b5b267495d" /><Relationship Type="http://schemas.openxmlformats.org/officeDocument/2006/relationships/slideLayout" Target="/ppt/slideLayouts/slideLayout2.xml" Id="R55183786825c4029" /><Relationship Type="http://schemas.openxmlformats.org/officeDocument/2006/relationships/slideLayout" Target="/ppt/slideLayouts/slideLayout3.xml" Id="Rcd14d990afcd4683" /><Relationship Type="http://schemas.openxmlformats.org/officeDocument/2006/relationships/slideLayout" Target="/ppt/slideLayouts/slideLayout4.xml" Id="R877d72822e7545b1" /><Relationship Type="http://schemas.openxmlformats.org/officeDocument/2006/relationships/slideLayout" Target="/ppt/slideLayouts/slideLayout5.xml" Id="R33265e7db26c46b6" /><Relationship Type="http://schemas.openxmlformats.org/officeDocument/2006/relationships/slideLayout" Target="/ppt/slideLayouts/slideLayout6.xml" Id="R47b37e988f2241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7bc4b5b267495d"/>
    <p:sldLayoutId xmlns:r="http://schemas.openxmlformats.org/officeDocument/2006/relationships" id="2147483650" r:id="R55183786825c4029"/>
    <p:sldLayoutId xmlns:r="http://schemas.openxmlformats.org/officeDocument/2006/relationships" id="2147483651" r:id="Rcd14d990afcd4683"/>
    <p:sldLayoutId xmlns:r="http://schemas.openxmlformats.org/officeDocument/2006/relationships" id="2147483652" r:id="R877d72822e7545b1"/>
    <p:sldLayoutId xmlns:r="http://schemas.openxmlformats.org/officeDocument/2006/relationships" id="2147483653" r:id="R33265e7db26c46b6"/>
    <p:sldLayoutId xmlns:r="http://schemas.openxmlformats.org/officeDocument/2006/relationships" id="2147483654" r:id="R47b37e988f2241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9971c0b7e4201" /><Relationship Type="http://schemas.openxmlformats.org/officeDocument/2006/relationships/notesSlide" Target="/ppt/notesSlides/notesSlide1.xml" Id="R713803814ef747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622c267434c6f" /><Relationship Type="http://schemas.openxmlformats.org/officeDocument/2006/relationships/notesSlide" Target="/ppt/notesSlides/notesSlide2.xml" Id="R8607d0dddebf40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21EC9-3E46-4CB9-B9A5-B12B987B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BUILD — Undead Student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CDA52-6901-450C-BF57-D8728FE6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1. Join activity to the person’s deregistration date.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731F8-E870-447B-A34B-FBFBB7CA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2. Parse person dates in UK day-first format.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8DF97-A28E-4FA5-89C4-2F9636E2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3. Flag any activity DATE strictly after deregistration.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628C3-CA31-4AF2-92BA-BD915332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A54C"/>
                </a:solidFill>
                <a:latin typeface="Arial"/>
                <a:ea typeface="Arial"/>
                <a:cs typeface="Arial"/>
              </a:rPr>
              <a:t>Run: python remaining_detectors.py --split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F70EE-1686-4CC3-8E6F-A2B28335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Shared engine runs all seven detectors. HUNT labels are used only for evaluation.</a:t>
            </a:r>
          </a:p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Source: supplied Monster Guide and dataset; assumptions documented with the code.</a:t>
            </a:r>
          </a:p>
        </p:txBody>
      </p:sp>
    </p:spTree>
    <p:extLst>
      <p:ext uri="{BB962C8B-B14F-4D97-AF65-F5344CB8AC3E}">
        <p14:creationId xmlns:p14="http://schemas.microsoft.com/office/powerpoint/2010/main" val="11459806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1BB54-0FC4-4FA2-907D-E553CA4B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TEST 1 — Undead Student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BE268-375C-4E19-AFB2-8936DEA6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A54C"/>
                </a:solidFill>
                <a:latin typeface="Arial"/>
                <a:ea typeface="Arial"/>
                <a:cs typeface="Arial"/>
              </a:rPr>
              <a:t>11 candidates / 1,879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A9A94-8323-4459-A37A-8E08BA92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Training: 92 of 92 supplied labels matched.</a:t>
            </a:r>
          </a:p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0 additional candidates; 0 labels missed.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5155F-045F-4556-882E-44F07B57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 precision: 100.0%. Recall: 100.0%.</a:t>
            </a:r>
          </a:p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Official TEST 1 accuracy is unknown. Full candidate IDs are in Excel.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08C89-5119-4E2F-BBEB-E2DEBB59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A54C"/>
                </a:solidFill>
                <a:latin typeface="Arial"/>
                <a:ea typeface="Arial"/>
                <a:cs typeface="Arial"/>
              </a:rPr>
              <a:t>Person dates are parsed day-first. Activity on the deregistration date itself is not flagged. Activity-only IDs have no deregistration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1450873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2026-10-28T17:42:08.6110000Z</dcterms:created>
  <dcterms:modified xsi:type="dcterms:W3CDTF">2026-10-28T17:42:08.6110000Z</dcterms:modified>
</coreProperties>
</file>