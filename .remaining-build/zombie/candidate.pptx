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8eb9c96684629" /><Relationship Type="http://schemas.openxmlformats.org/officeDocument/2006/relationships/extended-properties" Target="/docProps/app.xml" Id="R52ce669b77ff431b" /><Relationship Type="http://schemas.openxmlformats.org/officeDocument/2006/relationships/officeDocument" Target="/ppt/presentation.xml" Id="R9536ea42eaf24c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0b5f5842314639"/>
  </p:sldMasterIdLst>
  <p:notesMasterIdLst>
    <p:notesMasterId xmlns:r="http://schemas.openxmlformats.org/officeDocument/2006/relationships" r:id="R507291ad98304acb"/>
  </p:notesMasterIdLst>
  <p:sldIdLst>
    <p:sldId xmlns:r="http://schemas.openxmlformats.org/officeDocument/2006/relationships" id="256" r:id="Rd694d30afa364079"/>
    <p:sldId xmlns:r="http://schemas.openxmlformats.org/officeDocument/2006/relationships" id="257" r:id="Rd6b3c1983c304d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ffa14cc184171" /><Relationship Type="http://schemas.openxmlformats.org/officeDocument/2006/relationships/slideMaster" Target="/ppt/slideMasters/slideMaster1.xml" Id="Ra10b5f5842314639" /><Relationship Type="http://schemas.openxmlformats.org/officeDocument/2006/relationships/notesMaster" Target="/ppt/notesMasters/notesMaster1.xml" Id="R507291ad98304acb" /><Relationship Type="http://schemas.openxmlformats.org/officeDocument/2006/relationships/presProps" Target="/ppt/presProps.xml" Id="R83aa4fb30f9045c0" /><Relationship Type="http://schemas.openxmlformats.org/officeDocument/2006/relationships/tableStyles" Target="/ppt/tableStyles.xml" Id="R3ca95f7d284d406b" /><Relationship Type="http://schemas.openxmlformats.org/officeDocument/2006/relationships/slide" Target="/ppt/slides/slide1.xml" Id="Rd694d30afa364079" /><Relationship Type="http://schemas.openxmlformats.org/officeDocument/2006/relationships/slide" Target="/ppt/slides/slide2.xml" Id="Rd6b3c1983c304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500f0289f44c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53b933ac2547e8" /><Relationship Type="http://schemas.openxmlformats.org/officeDocument/2006/relationships/notesMaster" Target="/ppt/notesMasters/notesMaster1.xml" Id="Rddf093e086444c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e7923393494f49" /><Relationship Type="http://schemas.openxmlformats.org/officeDocument/2006/relationships/notesMaster" Target="/ppt/notesMasters/notesMaster1.xml" Id="R95e50fe6717b46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5d8b23e674f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092a66bd542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6a08febf344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e34a42acb41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64f90fbd644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135c3a14e46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0F16EB-9567-428A-B790-56DA4B240B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E38A4E-588F-46C0-862B-472DB25E42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006917-6877-4EE5-BF14-311B90BDE6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0246E9-200B-447A-9D4A-32FDF5A78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CDF303-68B1-4413-9A85-6A89B7D0B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CDD855-E0E9-4AE9-8E7F-05C693998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1AAE71-AA63-4FEB-B9ED-98E34F0BB7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0BC0C5-62CC-4A5C-BA6F-261589444B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96D186-0B13-4128-B1F9-39E3FAECC5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19BA77-CDDF-40F8-A409-9DAB94C343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eb571c3574571" /><Relationship Type="http://schemas.openxmlformats.org/officeDocument/2006/relationships/slideLayout" Target="/ppt/slideLayouts/slideLayout1.xml" Id="Rbaa3d268f0e74f51" /><Relationship Type="http://schemas.openxmlformats.org/officeDocument/2006/relationships/slideLayout" Target="/ppt/slideLayouts/slideLayout2.xml" Id="Rbe50f4c65070436b" /><Relationship Type="http://schemas.openxmlformats.org/officeDocument/2006/relationships/slideLayout" Target="/ppt/slideLayouts/slideLayout3.xml" Id="R9c5e99e7c1cf40f8" /><Relationship Type="http://schemas.openxmlformats.org/officeDocument/2006/relationships/slideLayout" Target="/ppt/slideLayouts/slideLayout4.xml" Id="R8e2823bb71b34cad" /><Relationship Type="http://schemas.openxmlformats.org/officeDocument/2006/relationships/slideLayout" Target="/ppt/slideLayouts/slideLayout5.xml" Id="R34f01d0411894528" /><Relationship Type="http://schemas.openxmlformats.org/officeDocument/2006/relationships/slideLayout" Target="/ppt/slideLayouts/slideLayout6.xml" Id="R514d8a9dcf6c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3d268f0e74f51"/>
    <p:sldLayoutId xmlns:r="http://schemas.openxmlformats.org/officeDocument/2006/relationships" id="2147483650" r:id="Rbe50f4c65070436b"/>
    <p:sldLayoutId xmlns:r="http://schemas.openxmlformats.org/officeDocument/2006/relationships" id="2147483651" r:id="R9c5e99e7c1cf40f8"/>
    <p:sldLayoutId xmlns:r="http://schemas.openxmlformats.org/officeDocument/2006/relationships" id="2147483652" r:id="R8e2823bb71b34cad"/>
    <p:sldLayoutId xmlns:r="http://schemas.openxmlformats.org/officeDocument/2006/relationships" id="2147483653" r:id="R34f01d0411894528"/>
    <p:sldLayoutId xmlns:r="http://schemas.openxmlformats.org/officeDocument/2006/relationships" id="2147483654" r:id="R514d8a9dcf6c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7ffcab2314bfd" /><Relationship Type="http://schemas.openxmlformats.org/officeDocument/2006/relationships/notesSlide" Target="/ppt/notesSlides/notesSlide1.xml" Id="R469a999313d347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da238bd574864" /><Relationship Type="http://schemas.openxmlformats.org/officeDocument/2006/relationships/notesSlide" Target="/ppt/notesSlides/notesSlide2.xml" Id="Rc4be96950efa44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1A505-2F58-470B-B273-C12217C4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Zombie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40B73-702A-4AED-8726-A1B2E27F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1. Combine LMS and video events and sort each student’s timestamps.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2D12E-9EC6-4490-9DD1-3EE765F1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2. Start a new chain whenever the next gap exceeds 15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4CC68-C736-466E-9550-1FCD95B2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3. Flag a chain lasting more than 3 hours, including across midnight.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22975-73EE-431B-A348-1E750F3D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A54C"/>
                </a:solidFill>
                <a:latin typeface="Arial"/>
                <a:ea typeface="Arial"/>
                <a:cs typeface="Arial"/>
              </a:rPr>
              <a:t>Run: python remaining_detectors.py --split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81181-8DC1-4BAB-B1B8-86E2EE35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Shared engine runs all seven detectors. HUNT labels are used only for evaluation.</a:t>
            </a:r>
          </a:p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Source: supplied Monster Guide and dataset; assumptions documented with the code.</a:t>
            </a:r>
          </a:p>
        </p:txBody>
      </p:sp>
    </p:spTree>
    <p:extLst>
      <p:ext uri="{BB962C8B-B14F-4D97-AF65-F5344CB8AC3E}">
        <p14:creationId xmlns:p14="http://schemas.microsoft.com/office/powerpoint/2010/main" val="31543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1AB7E-4BC0-4E90-A198-510B9EA2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Zombie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BF00-3FDF-475D-8FEC-85E42B63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A54C"/>
                </a:solidFill>
                <a:latin typeface="Arial"/>
                <a:ea typeface="Arial"/>
                <a:cs typeface="Arial"/>
              </a:rPr>
              <a:t>1 candidates / 1,879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F0694-AC97-49F3-A820-59AA8B64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Training: 2 of 59 supplied labels matched.</a:t>
            </a:r>
          </a:p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23 additional candidates; 57 labels missed.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67C31-242F-4445-8E22-65763BDF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 precision: 8.0%. Recall: 3.4%.</a:t>
            </a:r>
          </a:p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Official TEST 1 accuracy is unknown. Full candidate IDs are in Excel.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A6BE1-FC1A-448A-A16D-A7AA712D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A54C"/>
                </a:solidFill>
                <a:latin typeface="Arial"/>
                <a:ea typeface="Arial"/>
                <a:cs typeface="Arial"/>
              </a:rPr>
              <a:t>This timestamp-chain rule disagrees with many supplied HUNT labels. It uses event times, not watch duration or LMS duration fields.</a:t>
            </a:r>
          </a:p>
        </p:txBody>
      </p:sp>
    </p:spTree>
    <p:extLst>
      <p:ext uri="{BB962C8B-B14F-4D97-AF65-F5344CB8AC3E}">
        <p14:creationId xmlns:p14="http://schemas.microsoft.com/office/powerpoint/2010/main" val="880469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2026-10-28T17:42:07.2560000Z</dcterms:created>
  <dcterms:modified xsi:type="dcterms:W3CDTF">2026-10-28T17:42:07.2560000Z</dcterms:modified>
</coreProperties>
</file>