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f7d597d6994db4" /><Relationship Type="http://schemas.openxmlformats.org/officeDocument/2006/relationships/extended-properties" Target="/docProps/app.xml" Id="R47491a3820ef4c43" /><Relationship Type="http://schemas.openxmlformats.org/officeDocument/2006/relationships/officeDocument" Target="/ppt/presentation.xml" Id="Rb53fe9cfbca745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aadc2f37c74291"/>
  </p:sldMasterIdLst>
  <p:notesMasterIdLst>
    <p:notesMasterId xmlns:r="http://schemas.openxmlformats.org/officeDocument/2006/relationships" r:id="R0c9b2bd8ff944b3c"/>
  </p:notesMasterIdLst>
  <p:sldIdLst>
    <p:sldId xmlns:r="http://schemas.openxmlformats.org/officeDocument/2006/relationships" id="256" r:id="Ra48ea8a8a9b64749"/>
    <p:sldId xmlns:r="http://schemas.openxmlformats.org/officeDocument/2006/relationships" id="257" r:id="R1310c686170e4e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13317c277b4f96" /><Relationship Type="http://schemas.openxmlformats.org/officeDocument/2006/relationships/slideMaster" Target="/ppt/slideMasters/slideMaster1.xml" Id="Rf0aadc2f37c74291" /><Relationship Type="http://schemas.openxmlformats.org/officeDocument/2006/relationships/notesMaster" Target="/ppt/notesMasters/notesMaster1.xml" Id="R0c9b2bd8ff944b3c" /><Relationship Type="http://schemas.openxmlformats.org/officeDocument/2006/relationships/presProps" Target="/ppt/presProps.xml" Id="Rc94793f812cc455f" /><Relationship Type="http://schemas.openxmlformats.org/officeDocument/2006/relationships/tableStyles" Target="/ppt/tableStyles.xml" Id="R4db8e4a0b8de49d8" /><Relationship Type="http://schemas.openxmlformats.org/officeDocument/2006/relationships/slide" Target="/ppt/slides/slide1.xml" Id="Ra48ea8a8a9b64749" /><Relationship Type="http://schemas.openxmlformats.org/officeDocument/2006/relationships/slide" Target="/ppt/slides/slide2.xml" Id="R1310c686170e4e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54e5a118a746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3b11fb6ccc493b" /><Relationship Type="http://schemas.openxmlformats.org/officeDocument/2006/relationships/notesMaster" Target="/ppt/notesMasters/notesMaster1.xml" Id="Rb8c699a7c3054d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daf699d1154b9f" /><Relationship Type="http://schemas.openxmlformats.org/officeDocument/2006/relationships/notesMaster" Target="/ppt/notesMasters/notesMaster1.xml" Id="Re2b2adb977d449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16d390d1146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81c25a07c43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e653fdb3a4e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7003ba5504c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5b2f1761445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9775cd19c4b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A331CC-200D-407C-B4FB-B7DCFA74E8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87633C-B04D-4DE8-9777-A101CF5D28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A377D13-07D9-4CF5-BAE2-09DA9C104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E193BF-4660-438B-BED5-9914BF6364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83D9BD-5CA2-4D79-98E4-4432BFB0DA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DD56A9-2550-4136-BB5C-D49C1818F4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E313D9-451E-4DAD-946E-FE488D5656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F51166-688B-405D-BB48-9D4151FA77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7A20FD-A132-4EEA-993C-417D45BD04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2D2598-736A-401A-BBD3-FC62B8B7E2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7f879e019d4b73" /><Relationship Type="http://schemas.openxmlformats.org/officeDocument/2006/relationships/slideLayout" Target="/ppt/slideLayouts/slideLayout1.xml" Id="R4d859cf1f9504d75" /><Relationship Type="http://schemas.openxmlformats.org/officeDocument/2006/relationships/slideLayout" Target="/ppt/slideLayouts/slideLayout2.xml" Id="Rdd89f88742be4c53" /><Relationship Type="http://schemas.openxmlformats.org/officeDocument/2006/relationships/slideLayout" Target="/ppt/slideLayouts/slideLayout3.xml" Id="Rfb5f5a2d2dc649aa" /><Relationship Type="http://schemas.openxmlformats.org/officeDocument/2006/relationships/slideLayout" Target="/ppt/slideLayouts/slideLayout4.xml" Id="Rf27bd96992444b85" /><Relationship Type="http://schemas.openxmlformats.org/officeDocument/2006/relationships/slideLayout" Target="/ppt/slideLayouts/slideLayout5.xml" Id="Ra6fad30652d94b63" /><Relationship Type="http://schemas.openxmlformats.org/officeDocument/2006/relationships/slideLayout" Target="/ppt/slideLayouts/slideLayout6.xml" Id="R19b6ec291b2f43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859cf1f9504d75"/>
    <p:sldLayoutId xmlns:r="http://schemas.openxmlformats.org/officeDocument/2006/relationships" id="2147483650" r:id="Rdd89f88742be4c53"/>
    <p:sldLayoutId xmlns:r="http://schemas.openxmlformats.org/officeDocument/2006/relationships" id="2147483651" r:id="Rfb5f5a2d2dc649aa"/>
    <p:sldLayoutId xmlns:r="http://schemas.openxmlformats.org/officeDocument/2006/relationships" id="2147483652" r:id="Rf27bd96992444b85"/>
    <p:sldLayoutId xmlns:r="http://schemas.openxmlformats.org/officeDocument/2006/relationships" id="2147483653" r:id="Ra6fad30652d94b63"/>
    <p:sldLayoutId xmlns:r="http://schemas.openxmlformats.org/officeDocument/2006/relationships" id="2147483654" r:id="R19b6ec291b2f43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efa081895044e6" /><Relationship Type="http://schemas.openxmlformats.org/officeDocument/2006/relationships/notesSlide" Target="/ppt/notesSlides/notesSlide1.xml" Id="Rc5d0f9da456548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b60f2b82e4838" /><Relationship Type="http://schemas.openxmlformats.org/officeDocument/2006/relationships/notesSlide" Target="/ppt/notesSlides/notesSlide2.xml" Id="Rf15292f1cd6e46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1C6FD-9511-4828-8FB4-417BFC4A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BUILD — Phantom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34BBA-A12B-40F1-9C4F-3B59ED11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1. Compare every activity field within LMS and within video.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D6212-B706-4E2C-AD49-FC5C0425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2. Ignore only PIT_ID or PVT_ID, the source row identifier.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B8834-0288-4D33-9EC3-949FC4E0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3. Verify candidate duplicates using exact fields across CSV chunks.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B714F-5618-4021-A0C3-FA1D056C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A54C"/>
                </a:solidFill>
                <a:latin typeface="Arial"/>
                <a:ea typeface="Arial"/>
                <a:cs typeface="Arial"/>
              </a:rPr>
              <a:t>Run: python remaining_detectors.py --split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F5B50-036B-4918-966F-0D18EF2E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5C5CC"/>
                </a:solidFill>
                <a:latin typeface="Arial"/>
                <a:ea typeface="Arial"/>
                <a:cs typeface="Arial"/>
              </a:rPr>
              <a:t>Shared engine runs all seven detectors. HUNT labels are used only for evaluation.</a:t>
            </a:r>
          </a:p>
          <a:p xmlns:a="http://schemas.openxmlformats.org/drawingml/2006/main">
            <a: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5C5CC"/>
                </a:solidFill>
                <a:latin typeface="Arial"/>
                <a:ea typeface="Arial"/>
                <a:cs typeface="Arial"/>
              </a:rPr>
              <a:t>Source: supplied Monster Guide and dataset; assumptions documented with the code.</a:t>
            </a:r>
          </a:p>
        </p:txBody>
      </p:sp>
    </p:spTree>
    <p:extLst>
      <p:ext uri="{BB962C8B-B14F-4D97-AF65-F5344CB8AC3E}">
        <p14:creationId xmlns:p14="http://schemas.microsoft.com/office/powerpoint/2010/main" val="397147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E47BC-0881-407C-AB43-96036E30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TEST 1 — Phantom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1B6A5-7815-498D-9386-A3784EEB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A54C"/>
                </a:solidFill>
                <a:latin typeface="Arial"/>
                <a:ea typeface="Arial"/>
                <a:cs typeface="Arial"/>
              </a:rPr>
              <a:t>13 candidates / 1,879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154CF-AFBF-48E6-BE70-7D1B5C9B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Training: 62 of 62 supplied labels matched.</a:t>
            </a:r>
          </a:p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15 additional candidates; 0 labels missed.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63596-111B-48F8-ABBB-B5C6FA35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Training precision: 80.5%. Recall: 100.0%.</a:t>
            </a:r>
          </a:p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Official TEST 1 accuracy is unknown. Full candidate IDs are in Excel.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491E3-14E2-4460-B2D8-0D7661E8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A54C"/>
                </a:solidFill>
                <a:latin typeface="Arial"/>
                <a:ea typeface="Arial"/>
                <a:cs typeface="Arial"/>
              </a:rPr>
              <a:t>Duplicate equality ignores only the source row primary key. Similar-looking rows with different activity fields do not qualify.</a:t>
            </a:r>
          </a:p>
        </p:txBody>
      </p:sp>
    </p:spTree>
    <p:extLst>
      <p:ext uri="{BB962C8B-B14F-4D97-AF65-F5344CB8AC3E}">
        <p14:creationId xmlns:p14="http://schemas.microsoft.com/office/powerpoint/2010/main" val="1689647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2026-10-28T17:42:05.7320000Z</dcterms:created>
  <dcterms:modified xsi:type="dcterms:W3CDTF">2026-10-28T17:42:05.7320000Z</dcterms:modified>
</coreProperties>
</file>