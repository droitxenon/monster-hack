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5949447304ece" /><Relationship Type="http://schemas.openxmlformats.org/officeDocument/2006/relationships/extended-properties" Target="/docProps/app.xml" Id="R561b2d34d57b42d6" /><Relationship Type="http://schemas.openxmlformats.org/officeDocument/2006/relationships/officeDocument" Target="/ppt/presentation.xml" Id="R6d5f93a2d61f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8cde4e53e4ace"/>
  </p:sldMasterIdLst>
  <p:notesMasterIdLst>
    <p:notesMasterId xmlns:r="http://schemas.openxmlformats.org/officeDocument/2006/relationships" r:id="R8395bf2d959b464c"/>
  </p:notesMasterIdLst>
  <p:sldIdLst>
    <p:sldId xmlns:r="http://schemas.openxmlformats.org/officeDocument/2006/relationships" id="256" r:id="R98b0afc4298a4485"/>
    <p:sldId xmlns:r="http://schemas.openxmlformats.org/officeDocument/2006/relationships" id="257" r:id="R9062590f16594c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5fb80151b84bcb" /><Relationship Type="http://schemas.openxmlformats.org/officeDocument/2006/relationships/slideMaster" Target="/ppt/slideMasters/slideMaster1.xml" Id="R7888cde4e53e4ace" /><Relationship Type="http://schemas.openxmlformats.org/officeDocument/2006/relationships/notesMaster" Target="/ppt/notesMasters/notesMaster1.xml" Id="R8395bf2d959b464c" /><Relationship Type="http://schemas.openxmlformats.org/officeDocument/2006/relationships/presProps" Target="/ppt/presProps.xml" Id="R75f8591dd90e4c58" /><Relationship Type="http://schemas.openxmlformats.org/officeDocument/2006/relationships/tableStyles" Target="/ppt/tableStyles.xml" Id="R726dab39dad54cf7" /><Relationship Type="http://schemas.openxmlformats.org/officeDocument/2006/relationships/slide" Target="/ppt/slides/slide1.xml" Id="R98b0afc4298a4485" /><Relationship Type="http://schemas.openxmlformats.org/officeDocument/2006/relationships/slide" Target="/ppt/slides/slide2.xml" Id="R9062590f1659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7b3f9c97f40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54d7f6b93346eb" /><Relationship Type="http://schemas.openxmlformats.org/officeDocument/2006/relationships/notesMaster" Target="/ppt/notesMasters/notesMaster1.xml" Id="R6057b4fa8e14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77bac3d24b4811" /><Relationship Type="http://schemas.openxmlformats.org/officeDocument/2006/relationships/notesMaster" Target="/ppt/notesMasters/notesMaster1.xml" Id="R32b5c81c0c1b49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1ca26133c43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ac072bbaa43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6e49eb3184d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c74cc816d49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079f093e34d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2ef72a12d41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DEF82D-9B5A-4265-834C-38E33CE9D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AA485B-1399-46F7-A9E8-989A2D1BF4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2E297D-8287-4701-A97D-615B10ED4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72244C-52E0-448F-B8C0-0FB87E8C8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79F1A7-DCA9-49E0-A27E-FE893EE9D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D0B090-69B4-4FD7-A853-104E02787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6D2E83-F3C2-43BF-B014-368BCD8FE5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795DEE-C963-4F1C-B548-9A64EF9B89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8F05CB-191E-46AB-91D7-FEE401C30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BF047D-BE43-48A3-BCB3-258BE02F2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157bbd2984942" /><Relationship Type="http://schemas.openxmlformats.org/officeDocument/2006/relationships/slideLayout" Target="/ppt/slideLayouts/slideLayout1.xml" Id="Rae5298b15ffb4786" /><Relationship Type="http://schemas.openxmlformats.org/officeDocument/2006/relationships/slideLayout" Target="/ppt/slideLayouts/slideLayout2.xml" Id="R05ea85160dd246cf" /><Relationship Type="http://schemas.openxmlformats.org/officeDocument/2006/relationships/slideLayout" Target="/ppt/slideLayouts/slideLayout3.xml" Id="R08a0d664b7614025" /><Relationship Type="http://schemas.openxmlformats.org/officeDocument/2006/relationships/slideLayout" Target="/ppt/slideLayouts/slideLayout4.xml" Id="R111cad531619431d" /><Relationship Type="http://schemas.openxmlformats.org/officeDocument/2006/relationships/slideLayout" Target="/ppt/slideLayouts/slideLayout5.xml" Id="Rfeb1174888cd4431" /><Relationship Type="http://schemas.openxmlformats.org/officeDocument/2006/relationships/slideLayout" Target="/ppt/slideLayouts/slideLayout6.xml" Id="Ra4789f5073c5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298b15ffb4786"/>
    <p:sldLayoutId xmlns:r="http://schemas.openxmlformats.org/officeDocument/2006/relationships" id="2147483650" r:id="R05ea85160dd246cf"/>
    <p:sldLayoutId xmlns:r="http://schemas.openxmlformats.org/officeDocument/2006/relationships" id="2147483651" r:id="R08a0d664b7614025"/>
    <p:sldLayoutId xmlns:r="http://schemas.openxmlformats.org/officeDocument/2006/relationships" id="2147483652" r:id="R111cad531619431d"/>
    <p:sldLayoutId xmlns:r="http://schemas.openxmlformats.org/officeDocument/2006/relationships" id="2147483653" r:id="Rfeb1174888cd4431"/>
    <p:sldLayoutId xmlns:r="http://schemas.openxmlformats.org/officeDocument/2006/relationships" id="2147483654" r:id="Ra4789f5073c5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8f458afa14817" /><Relationship Type="http://schemas.openxmlformats.org/officeDocument/2006/relationships/notesSlide" Target="/ppt/notesSlides/notesSlide1.xml" Id="R37a68be80ef34b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08f64e48246e8" /><Relationship Type="http://schemas.openxmlformats.org/officeDocument/2006/relationships/notesSlide" Target="/ppt/notesSlides/notesSlide2.xml" Id="R85d7234201854c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FD882-0066-43D3-BCD1-8EB2997E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Shape-shifter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B49AB-B1C5-4208-B1F2-006F4300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Join registered modules to their departments and terms.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528B1-060C-4E3F-87F4-EE17A1E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Find a department holding more than half of registered modules per term.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3E328-9A91-4F5A-BF65-121D04C0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a change in that majority department. Programme change is inferred.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E2D2A-98C5-4D8C-B843-19BA414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F0CC8-C0CC-4251-AE20-2F240495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1004658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1366F-78A3-48A0-9154-053042D3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Shape-shifter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D361A-EA72-406F-9DD6-C0FAFDF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36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25B8A-2898-4EEC-8867-F7D60890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11 of 80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247 additional candidates; 69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F56FD-59C3-45D2-AA7F-D1D8E87D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4.3%. Recall: 13.8%.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5BF8-992E-4C6C-889E-D5A4B69B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Exploratory proxy with poor agreement with HUNT labels. No programme or programme-change date is supplied. A department majority change can also reflect normal module choices.</a:t>
            </a:r>
          </a:p>
        </p:txBody>
      </p:sp>
    </p:spTree>
    <p:extLst>
      <p:ext uri="{BB962C8B-B14F-4D97-AF65-F5344CB8AC3E}">
        <p14:creationId xmlns:p14="http://schemas.microsoft.com/office/powerpoint/2010/main" val="2120897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2026-10-28T17:42:17.0120000Z</dcterms:created>
  <dcterms:modified xsi:type="dcterms:W3CDTF">2026-10-28T17:42:17.0120000Z</dcterms:modified>
</coreProperties>
</file>