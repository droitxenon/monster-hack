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>
      <p:cViewPr varScale="1">
        <p:scale>
          <a:sx n="118" d="100"/>
          <a:sy n="118" d="100"/>
        </p:scale>
        <p:origin x="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567E797-4640-4A27-9E33-CF62037C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A810373-D5E5-45F4-B152-39ACA3800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9879DE-DB17-4AB0-9122-8907356F2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838578-7A77-4C8E-BF25-1E368214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33FD1BF-4578-47DB-9D5E-AB8287E5B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C70C56D-B7B3-4404-B908-5463F351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66DFF19-92EC-4350-965E-190C9855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BD75A6F-86DE-4264-B222-2749905734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96398E9-2A11-4C3E-9EEF-5978F41B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F3A0BF-F70A-4B5F-921B-C04393733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5AB3A4-2F7D-4B1D-B681-8CEB477D53F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Ghost detector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40F21-2D39-48DA-A6A1-93C8DE1E6D64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E6ECEF"/>
                </a:solidFill>
                <a:latin typeface="Arial"/>
                <a:ea typeface="Arial"/>
                <a:cs typeface="Arial"/>
              </a:rPr>
              <a:t>A repeatable Python rule applied to every student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D35818-1DED-4005-80FB-2CA842DFC24F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1. Combine LMS session rows and video view rows by student and week.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2E557-F22E-4DB6-BAFB-42EEC4A5B5E2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2. Require activity in at least 3 of Autumn weeks 1–4.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98F7FA-3848-437F-8A27-01218700867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3. Flag a Ghost when the average in weeks 5–52 is below 10%</a:t>
            </a:r>
          </a:p>
          <a:p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of the average in weeks 1–4. Include weeks with zero activity.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390EB-FC89-4F62-9BC9-1033429D2D00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5C5CC"/>
                </a:solidFill>
                <a:latin typeface="Arial"/>
                <a:ea typeface="Arial"/>
                <a:cs typeface="Arial"/>
              </a:rPr>
              <a:t>Uses P_ID and DATE. HUNT labels are used only for evaluation.</a:t>
            </a:r>
          </a:p>
          <a:p>
            <a: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5C5CC"/>
                </a:solidFill>
                <a:latin typeface="Arial"/>
                <a:ea typeface="Arial"/>
                <a:cs typeface="Arial"/>
              </a:rPr>
              <a:t>Rows outside the supplied calendar/person dimension are excluded and counted.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A12C47-5727-4D17-B238-5DB7C2CC57B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725" dirty="0">
                <a:solidFill>
                  <a:srgbClr val="FFA54C"/>
                </a:solidFill>
                <a:latin typeface="Arial"/>
                <a:ea typeface="Arial"/>
                <a:cs typeface="Arial"/>
              </a:rPr>
              <a:t>python </a:t>
            </a:r>
            <a:r>
              <a:rPr sz="1725" dirty="0" err="1">
                <a:solidFill>
                  <a:srgbClr val="FFA54C"/>
                </a:solidFill>
                <a:latin typeface="Arial"/>
                <a:ea typeface="Arial"/>
                <a:cs typeface="Arial"/>
              </a:rPr>
              <a:t>ghost_detector.py</a:t>
            </a:r>
            <a:r>
              <a:rPr sz="1725" dirty="0">
                <a:solidFill>
                  <a:srgbClr val="FFA54C"/>
                </a:solidFill>
                <a:latin typeface="Arial"/>
                <a:ea typeface="Arial"/>
                <a:cs typeface="Arial"/>
              </a:rPr>
              <a:t> --split Test</a:t>
            </a:r>
          </a:p>
        </p:txBody>
      </p:sp>
    </p:spTree>
    <p:extLst>
      <p:ext uri="{BB962C8B-B14F-4D97-AF65-F5344CB8AC3E}">
        <p14:creationId xmlns:p14="http://schemas.microsoft.com/office/powerpoint/2010/main" val="22360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066EA3-7653-49D7-9FFF-247A89DF5A0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Ghost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BE2281-BD0A-4FC5-B9C1-40935D56760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FFA54C"/>
                </a:solidFill>
                <a:latin typeface="Arial"/>
                <a:ea typeface="Arial"/>
                <a:cs typeface="Arial"/>
              </a:rPr>
              <a:t>14 candidates / 1,874 students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FDFC14-18E0-4CCD-9A28-4B267BA1DCA9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Processed 1,104,759 LMS + video rows automatically.</a:t>
            </a:r>
          </a:p>
          <a:p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Used 1,103,242 rows; excluded 1,517 rows outside the calendar or population.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4184A8-7CC4-450C-A224-41BA86793491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Full candidate IDs are in the TEST1_MANUAL_COMBINED sheet.</a:t>
            </a:r>
          </a:p>
          <a:p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Per-student counts and ratios are saved in test_evidence.csv.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95CBAA-8294-4FBC-8217-A98F79B5002B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A54C"/>
                </a:solidFill>
                <a:latin typeface="Arial"/>
                <a:ea typeface="Arial"/>
                <a:cs typeface="Arial"/>
              </a:rPr>
              <a:t>Training limitation: only 5 of 58 supplied Ghost labels match the rule.</a:t>
            </a:r>
          </a:p>
          <a:p>
            <a: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A54C"/>
                </a:solidFill>
                <a:latin typeface="Arial"/>
                <a:ea typeface="Arial"/>
                <a:cs typeface="Arial"/>
              </a:rPr>
              <a:t>148 training candidates: 5 matches, 143 additional candidates, 53 missed labels.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6DFAB9-808D-4A78-A8D3-BE5B67285EFE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endParaRPr sz="1800" dirty="0">
              <a:solidFill>
                <a:srgbClr val="E6ECE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0557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Macintosh PowerPoint</Application>
  <DocSecurity>0</DocSecurity>
  <PresentationFormat>Widescreen</PresentationFormat>
  <Paragraphs>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Justin Wang</cp:lastModifiedBy>
  <cp:revision>1</cp:revision>
  <dcterms:created xsi:type="dcterms:W3CDTF">2026-10-28T16:59:02Z</dcterms:created>
  <dcterms:modified xsi:type="dcterms:W3CDTF">2026-10-28T17:00:14Z</dcterms:modified>
</cp:coreProperties>
</file>