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941d687f2d465f" /><Relationship Type="http://schemas.openxmlformats.org/officeDocument/2006/relationships/extended-properties" Target="/docProps/app.xml" Id="R084f17c34a834b60" /><Relationship Type="http://schemas.openxmlformats.org/officeDocument/2006/relationships/officeDocument" Target="/ppt/presentation.xml" Id="Rf2492f3ce7524a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68926c903748c0"/>
  </p:sldMasterIdLst>
  <p:notesMasterIdLst>
    <p:notesMasterId xmlns:r="http://schemas.openxmlformats.org/officeDocument/2006/relationships" r:id="R8bead574c48c4bf6"/>
  </p:notesMasterIdLst>
  <p:sldIdLst>
    <p:sldId xmlns:r="http://schemas.openxmlformats.org/officeDocument/2006/relationships" id="256" r:id="Rb535b74236b34a54"/>
    <p:sldId xmlns:r="http://schemas.openxmlformats.org/officeDocument/2006/relationships" id="257" r:id="Rf664f44134364b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95b34708c74426" /><Relationship Type="http://schemas.openxmlformats.org/officeDocument/2006/relationships/slideMaster" Target="/ppt/slideMasters/slideMaster1.xml" Id="R7268926c903748c0" /><Relationship Type="http://schemas.openxmlformats.org/officeDocument/2006/relationships/notesMaster" Target="/ppt/notesMasters/notesMaster1.xml" Id="R8bead574c48c4bf6" /><Relationship Type="http://schemas.openxmlformats.org/officeDocument/2006/relationships/presProps" Target="/ppt/presProps.xml" Id="R8b92a3431ffe4bb3" /><Relationship Type="http://schemas.openxmlformats.org/officeDocument/2006/relationships/tableStyles" Target="/ppt/tableStyles.xml" Id="R66597e97c7454313" /><Relationship Type="http://schemas.openxmlformats.org/officeDocument/2006/relationships/slide" Target="/ppt/slides/slide1.xml" Id="Rb535b74236b34a54" /><Relationship Type="http://schemas.openxmlformats.org/officeDocument/2006/relationships/slide" Target="/ppt/slides/slide2.xml" Id="Rf664f44134364b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06408bba0e4a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c0fbd21f5c466a" /><Relationship Type="http://schemas.openxmlformats.org/officeDocument/2006/relationships/notesMaster" Target="/ppt/notesMasters/notesMaster1.xml" Id="R05021004401442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6b30e40674032" /><Relationship Type="http://schemas.openxmlformats.org/officeDocument/2006/relationships/notesMaster" Target="/ppt/notesMasters/notesMaster1.xml" Id="R8396dc29ff024d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f1d91f15e44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cefdb16a142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ae2bb2b2af4c0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fda7760724c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8b92680174e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adabb517c43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D438F3-16D0-41E7-BF79-99436F650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969DC9D-17EE-443B-9DF5-9DEA9CD128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DC4081-F61D-45AE-8BF2-180F38335B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F63C46-E638-4791-AC09-3B71D742A9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FEDF70-55BB-4D5A-872A-D26804B1E0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116D96-B01F-4FFF-BBF0-2E0B811217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15DC70-F3B2-4C71-896D-399C1743F7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2AC60FA-3BB9-4FD1-A1DB-43A25F90A9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2A5644-ADA5-4C0E-9F3E-7CAF40A85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FA96E1-093B-4552-80AE-7E531B16E7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4a96ca5f8445f2" /><Relationship Type="http://schemas.openxmlformats.org/officeDocument/2006/relationships/slideLayout" Target="/ppt/slideLayouts/slideLayout1.xml" Id="R2c6d0d885b4645ec" /><Relationship Type="http://schemas.openxmlformats.org/officeDocument/2006/relationships/slideLayout" Target="/ppt/slideLayouts/slideLayout2.xml" Id="Rea7a39a8924f43cc" /><Relationship Type="http://schemas.openxmlformats.org/officeDocument/2006/relationships/slideLayout" Target="/ppt/slideLayouts/slideLayout3.xml" Id="R0bbba5dcea89451d" /><Relationship Type="http://schemas.openxmlformats.org/officeDocument/2006/relationships/slideLayout" Target="/ppt/slideLayouts/slideLayout4.xml" Id="Re0366510e5064797" /><Relationship Type="http://schemas.openxmlformats.org/officeDocument/2006/relationships/slideLayout" Target="/ppt/slideLayouts/slideLayout5.xml" Id="R66117e61c4484a69" /><Relationship Type="http://schemas.openxmlformats.org/officeDocument/2006/relationships/slideLayout" Target="/ppt/slideLayouts/slideLayout6.xml" Id="Re2e0703df5ed41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6d0d885b4645ec"/>
    <p:sldLayoutId xmlns:r="http://schemas.openxmlformats.org/officeDocument/2006/relationships" id="2147483650" r:id="Rea7a39a8924f43cc"/>
    <p:sldLayoutId xmlns:r="http://schemas.openxmlformats.org/officeDocument/2006/relationships" id="2147483651" r:id="R0bbba5dcea89451d"/>
    <p:sldLayoutId xmlns:r="http://schemas.openxmlformats.org/officeDocument/2006/relationships" id="2147483652" r:id="Re0366510e5064797"/>
    <p:sldLayoutId xmlns:r="http://schemas.openxmlformats.org/officeDocument/2006/relationships" id="2147483653" r:id="R66117e61c4484a69"/>
    <p:sldLayoutId xmlns:r="http://schemas.openxmlformats.org/officeDocument/2006/relationships" id="2147483654" r:id="Re2e0703df5ed41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e207536fa40aa" /><Relationship Type="http://schemas.openxmlformats.org/officeDocument/2006/relationships/notesSlide" Target="/ppt/notesSlides/notesSlide1.xml" Id="Rb2ae100e892c44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045d5fd674c0b" /><Relationship Type="http://schemas.openxmlformats.org/officeDocument/2006/relationships/notesSlide" Target="/ppt/notesSlides/notesSlide2.xml" Id="R1ec60ba634674a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7BD8F-E048-4208-968E-C29A6944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BUILD — Doppelgänger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89E56-2CC0-4404-85BC-5B023A90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1. Compare complete histories within each activity source.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8B219-2D1B-4FB2-A051-F9D3EA49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2. Exclude person ID and row ID; retain timestamps, measures and repeats.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B7ABE-C39E-4731-BEF9-E0E493E3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E6ECEF"/>
                </a:solidFill>
                <a:latin typeface="Arial"/>
                <a:ea typeface="Arial"/>
                <a:cs typeface="Arial"/>
              </a:rPr>
              <a:t>3. Verify exact equality and report every matching partner.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92AD6-6A1E-4453-9CB1-DF45E708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FFA54C"/>
                </a:solidFill>
                <a:latin typeface="Arial"/>
                <a:ea typeface="Arial"/>
                <a:cs typeface="Arial"/>
              </a:rPr>
              <a:t>Run: python remaining_detectors.py --split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9625F-1984-490F-B697-11B27D1C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defPPr>
            <a:lvl1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1pPr>
            <a:lvl2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2pPr>
            <a:lvl3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3pPr>
            <a:lvl4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4pPr>
            <a:lvl5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5pPr>
            <a:lvl6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6pPr>
            <a:lvl7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7pPr>
            <a:lvl8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8pPr>
            <a:lvl9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Shared engine runs all seven detectors. HUNT labels are used only for evaluation.</a:t>
            </a:r>
          </a:p>
          <a:p xmlns:a="http://schemas.openxmlformats.org/drawingml/2006/main">
            <a:pPr>
              <a:defRPr sz="1575">
                <a:solidFill>
                  <a:srgbClr val="B5C5CC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B5C5CC"/>
                </a:solidFill>
                <a:latin typeface="Arial"/>
                <a:ea typeface="Arial"/>
                <a:cs typeface="Arial"/>
              </a:rPr>
              <a:t>Source: supplied Monster Guide and dataset; assumptions documented with the code.</a:t>
            </a:r>
          </a:p>
        </p:txBody>
      </p:sp>
    </p:spTree>
    <p:extLst>
      <p:ext uri="{BB962C8B-B14F-4D97-AF65-F5344CB8AC3E}">
        <p14:creationId xmlns:p14="http://schemas.microsoft.com/office/powerpoint/2010/main" val="796042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19951-D0A9-4EC2-AA6D-D8C0ACCC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defPPr>
            <a:lvl1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1pPr>
            <a:lvl2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2pPr>
            <a:lvl3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3pPr>
            <a:lvl4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4pPr>
            <a:lvl5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5pPr>
            <a:lvl6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6pPr>
            <a:lvl7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7pPr>
            <a:lvl8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8pPr>
            <a:lvl9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>
                <a:solidFill>
                  <a:srgbClr val="21B7BB"/>
                </a:solidFill>
                <a:latin typeface="Arial"/>
                <a:ea typeface="Arial"/>
                <a:cs typeface="Arial"/>
              </a:defRPr>
            </a:pPr>
            <a:r>
              <a:rPr sz="3225">
                <a:solidFill>
                  <a:srgbClr val="21B7BB"/>
                </a:solidFill>
                <a:latin typeface="Arial"/>
                <a:ea typeface="Arial"/>
                <a:cs typeface="Arial"/>
              </a:rPr>
              <a:t>TEST 1 — Doppelgänger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A26A2-17C4-4405-ADD3-A5E230FB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FFA54C"/>
                </a:solidFill>
                <a:latin typeface="Arial"/>
                <a:ea typeface="Arial"/>
                <a:cs typeface="Arial"/>
              </a:rPr>
              <a:t>10 candidates / 1,879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CAA84-E692-436D-AB4B-08E8C539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Training: 60 of 72 supplied labels matched.</a:t>
            </a:r>
          </a:p>
          <a:p xmlns:a="http://schemas.openxmlformats.org/drawingml/2006/main">
            <a:pPr>
              <a:defRPr sz="2175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E6ECEF"/>
                </a:solidFill>
                <a:latin typeface="Arial"/>
                <a:ea typeface="Arial"/>
                <a:cs typeface="Arial"/>
              </a:rPr>
              <a:t>0 additional candidates; 12 labels missed.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65B97-5079-4A6F-A118-0D89F693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Training precision: 100.0%. Recall: 83.3%.</a:t>
            </a:r>
          </a:p>
          <a:p xmlns:a="http://schemas.openxmlformats.org/drawingml/2006/main">
            <a:pPr>
              <a:defRPr sz="1950">
                <a:solidFill>
                  <a:srgbClr val="E6ECE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E6ECEF"/>
                </a:solidFill>
                <a:latin typeface="Arial"/>
                <a:ea typeface="Arial"/>
                <a:cs typeface="Arial"/>
              </a:rPr>
              <a:t>Official TEST 1 accuracy is unknown. Full candidate IDs are in Excel.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B32F2-083D-47EE-B252-DD7A8673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A54C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A54C"/>
                </a:solidFill>
                <a:latin typeface="Arial"/>
                <a:ea typeface="Arial"/>
                <a:cs typeface="Arial"/>
              </a:rPr>
              <a:t>Both partners must occur in the same split. Complete histories are compared separately by source. Six supplied HUNT IDs are absent from all training inputs.</a:t>
            </a:r>
          </a:p>
        </p:txBody>
      </p:sp>
    </p:spTree>
    <p:extLst>
      <p:ext uri="{BB962C8B-B14F-4D97-AF65-F5344CB8AC3E}">
        <p14:creationId xmlns:p14="http://schemas.microsoft.com/office/powerpoint/2010/main" val="354019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2026-10-28T17:42:10.0670000Z</dcterms:created>
  <dcterms:modified xsi:type="dcterms:W3CDTF">2026-10-28T17:42:10.0670000Z</dcterms:modified>
</coreProperties>
</file>